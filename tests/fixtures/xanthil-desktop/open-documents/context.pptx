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 in intended first 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slide in intended second 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